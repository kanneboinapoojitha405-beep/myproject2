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ithakanneboina@outlook.com" userId="912cd2c660786315" providerId="LiveId" clId="{0829EC73-B7DB-492E-A04F-B51473471C59}"/>
    <pc:docChg chg="modSld">
      <pc:chgData name="Poojithakanneboina@outlook.com" userId="912cd2c660786315" providerId="LiveId" clId="{0829EC73-B7DB-492E-A04F-B51473471C59}" dt="2025-11-12T05:30:04.184" v="12" actId="1076"/>
      <pc:docMkLst>
        <pc:docMk/>
      </pc:docMkLst>
      <pc:sldChg chg="modSp mod">
        <pc:chgData name="Poojithakanneboina@outlook.com" userId="912cd2c660786315" providerId="LiveId" clId="{0829EC73-B7DB-492E-A04F-B51473471C59}" dt="2025-11-12T05:30:04.184" v="12" actId="1076"/>
        <pc:sldMkLst>
          <pc:docMk/>
          <pc:sldMk cId="700995771" sldId="256"/>
        </pc:sldMkLst>
        <pc:spChg chg="mod">
          <ac:chgData name="Poojithakanneboina@outlook.com" userId="912cd2c660786315" providerId="LiveId" clId="{0829EC73-B7DB-492E-A04F-B51473471C59}" dt="2025-11-12T05:30:04.184" v="12" actId="1076"/>
          <ac:spMkLst>
            <pc:docMk/>
            <pc:sldMk cId="700995771" sldId="256"/>
            <ac:spMk id="2" creationId="{C3E39A5F-B5A1-BA51-8E00-D78AC949C9AB}"/>
          </ac:spMkLst>
        </pc:spChg>
      </pc:sldChg>
      <pc:sldChg chg="modSp mod">
        <pc:chgData name="Poojithakanneboina@outlook.com" userId="912cd2c660786315" providerId="LiveId" clId="{0829EC73-B7DB-492E-A04F-B51473471C59}" dt="2025-11-09T06:42:07.971" v="11" actId="20577"/>
        <pc:sldMkLst>
          <pc:docMk/>
          <pc:sldMk cId="3371133380" sldId="257"/>
        </pc:sldMkLst>
        <pc:spChg chg="mod">
          <ac:chgData name="Poojithakanneboina@outlook.com" userId="912cd2c660786315" providerId="LiveId" clId="{0829EC73-B7DB-492E-A04F-B51473471C59}" dt="2025-11-09T06:42:07.971" v="11" actId="20577"/>
          <ac:spMkLst>
            <pc:docMk/>
            <pc:sldMk cId="3371133380" sldId="257"/>
            <ac:spMk id="6" creationId="{C7852BB2-F8D7-F372-355B-08ED9900A8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BFF2F-4886-FABF-821C-460A3C074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DBB9DD-EEC8-6C32-3706-7B297BE95D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1669B-5D99-54BD-E3DE-6E04E8A8C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26AB-41F5-4512-B522-BE73BF2902B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3D9F7-4D41-B225-DB10-82BB2C67F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59B91-2251-3D7E-DDAA-20E97438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B2FD-CF78-4A74-90A2-5188F7B0B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062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77EED-F94D-10E6-503A-13F5CEDBD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2ECE7-534F-FF65-C3B4-FB1734021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8B303-3707-AA21-EEF9-4B64CA0A2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26AB-41F5-4512-B522-BE73BF2902B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C77C3-2200-8C18-C3A6-81F765C97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7CBAC-18C6-822C-6D71-088D96066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B2FD-CF78-4A74-90A2-5188F7B0B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65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CDB4-C6F2-15DF-3D86-0E6B242B6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5E384-02B3-A651-A921-D173A609A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99974-D04A-CE7F-FE28-917CF99E1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26AB-41F5-4512-B522-BE73BF2902B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A2DE6-A52D-1629-6606-FC20E0C7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6B9D1-D9E2-5D3A-F79D-59183F768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B2FD-CF78-4A74-90A2-5188F7B0B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681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C035A-8805-8EA8-DDD0-3F8812143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BB501-FE01-15CA-C1D8-4D4FDC96E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0523-12D5-1D81-8F18-21D5D890B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489892-4461-0323-BBBC-5E0E6543B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26AB-41F5-4512-B522-BE73BF2902B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5ADDA-6ABB-EB22-58F0-8F086CBD1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0E744-7DA3-CB17-EDDA-61264337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B2FD-CF78-4A74-90A2-5188F7B0B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122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693AB-06E2-A486-1D5B-3E4A62F27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C2E94-31D4-73EF-879E-8298B22A2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5A6BBF-D205-6C2E-2446-3F5328EE6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1F7E4-1647-7D39-CA6B-15BC85329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8D77B8-B0D8-11A1-5574-E5EBE687D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2EB3D1-72CC-AD95-7412-57C83D9AB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26AB-41F5-4512-B522-BE73BF2902B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0EA5CB-F178-F92B-0147-9529BFF35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C37A8F-24BF-748A-7F04-F4F5DDE4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B2FD-CF78-4A74-90A2-5188F7B0B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66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C446-D66F-5EB1-9346-CF812A5D2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0A7525-E672-7F4E-8FAB-4EB0B1F51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26AB-41F5-4512-B522-BE73BF2902B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967107-5B22-AC9D-1F31-A2A41F893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CE2398-082C-BBFB-E348-7A53A5D65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B2FD-CF78-4A74-90A2-5188F7B0B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086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7F47D-0B67-75BB-016B-75B9D5C7D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26AB-41F5-4512-B522-BE73BF2902B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43C0B0-5777-B2F3-76C0-159403849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FF09C-04CD-32E9-7FAC-483AB36C1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B2FD-CF78-4A74-90A2-5188F7B0B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39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BA96-BCD5-5803-5C19-A2AB26CF3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FE97-7C79-C110-DB03-4F1FF92C7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79555-5E15-2339-1191-2B92E5945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C9643-7633-2DB4-FC36-394685F8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26AB-41F5-4512-B522-BE73BF2902B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7CBA9-53ED-2BA3-1BAE-2F35347C7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AA012-7B82-0DCF-51A7-3179D685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B2FD-CF78-4A74-90A2-5188F7B0B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200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8A81-C485-0172-4A6E-AE34D039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574664-26CE-41AE-7056-94A1CD560B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27296-39B8-C450-CC04-BF607EF43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669D2-B3E1-8F1C-3C14-E139CC4B9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26AB-41F5-4512-B522-BE73BF2902B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3ADCB-04F8-8922-DBAA-2DD673A4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3433D-722E-E3F6-5363-83AE3587D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B2FD-CF78-4A74-90A2-5188F7B0B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52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2FB1B-7499-0848-AECD-0B53A8837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A2128-01E6-021D-D741-75AD27E30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B6930-0F8B-3A6D-67B0-8BBEB8287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26AB-41F5-4512-B522-BE73BF2902B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0021D-6E1C-F33E-9ABA-19DB8CADD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B5CE9-300E-5431-B102-751B3AA93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B2FD-CF78-4A74-90A2-5188F7B0B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16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3FC6F7-61C2-ACEB-E900-2591C3BFA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9A35B2-4097-AC31-7753-60F0A6B09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9C691-3CEE-4DD7-786D-F99DFBD46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26AB-41F5-4512-B522-BE73BF2902B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CFC9C-846E-1FAB-1460-8B6686ABB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5B6A4-9B1C-DF1E-7FEF-2791E3ABA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4B2FD-CF78-4A74-90A2-5188F7B0B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51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8C95C6-4AC5-440B-9516-88C440C78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7A716-93DC-CA04-3C5B-AE499AD42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D9400-D67F-3E97-3582-F620C9854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D26AB-41F5-4512-B522-BE73BF2902BD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AAD2E-6D49-B05C-C661-7304B12B2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B9F94-C928-A420-16FA-88EF0C5AA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4B2FD-CF78-4A74-90A2-5188F7B0B3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215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39A5F-B5A1-BA51-8E00-D78AC949C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667" y="25400"/>
            <a:ext cx="10975461" cy="3399896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solidFill>
                  <a:srgbClr val="7030A0"/>
                </a:solidFill>
              </a:rPr>
              <a:t> AURORA_</a:t>
            </a:r>
            <a:r>
              <a:rPr lang="en-US" sz="3200" dirty="0">
                <a:solidFill>
                  <a:srgbClr val="FF0000"/>
                </a:solidFill>
              </a:rPr>
              <a:t>DEEMED TO BE_</a:t>
            </a:r>
            <a:r>
              <a:rPr lang="en-US" sz="3200" dirty="0">
                <a:solidFill>
                  <a:srgbClr val="7030A0"/>
                </a:solidFill>
              </a:rPr>
              <a:t>UNIVERSITY</a:t>
            </a:r>
            <a:br>
              <a:rPr lang="en-US" sz="3200" dirty="0">
                <a:solidFill>
                  <a:srgbClr val="7030A0"/>
                </a:solidFill>
              </a:rPr>
            </a:br>
            <a:br>
              <a:rPr lang="en-US" sz="3200" dirty="0">
                <a:solidFill>
                  <a:srgbClr val="7030A0"/>
                </a:solidFill>
              </a:rPr>
            </a:br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200" dirty="0">
                <a:solidFill>
                  <a:schemeClr val="accent4"/>
                </a:solidFill>
              </a:rPr>
              <a:t>Course: Fundamentals of web development</a:t>
            </a:r>
            <a:br>
              <a:rPr lang="en-US" sz="3200" dirty="0">
                <a:solidFill>
                  <a:schemeClr val="accent4"/>
                </a:solidFill>
              </a:rPr>
            </a:br>
            <a:r>
              <a:rPr lang="en-US" sz="3200" dirty="0">
                <a:solidFill>
                  <a:srgbClr val="92D050"/>
                </a:solidFill>
              </a:rPr>
              <a:t>                             </a:t>
            </a:r>
            <a:br>
              <a:rPr lang="en-US" sz="3200" dirty="0">
                <a:solidFill>
                  <a:srgbClr val="92D050"/>
                </a:solidFill>
              </a:rPr>
            </a:br>
            <a:r>
              <a:rPr lang="en-US" sz="3200" dirty="0">
                <a:solidFill>
                  <a:srgbClr val="92D050"/>
                </a:solidFill>
              </a:rPr>
              <a:t>                                        STUDENT LECTURE</a:t>
            </a:r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200" dirty="0">
                <a:solidFill>
                  <a:srgbClr val="7030A0"/>
                </a:solidFill>
              </a:rPr>
              <a:t>                   </a:t>
            </a:r>
            <a:r>
              <a:rPr lang="en-US" sz="3200" dirty="0">
                <a:solidFill>
                  <a:srgbClr val="C00000"/>
                </a:solidFill>
              </a:rPr>
              <a:t>TITLE:  Scientific Calculator</a:t>
            </a:r>
            <a:br>
              <a:rPr lang="en-US" sz="3200" dirty="0">
                <a:solidFill>
                  <a:srgbClr val="C00000"/>
                </a:solidFill>
              </a:rPr>
            </a:br>
            <a:endParaRPr lang="en-IN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4D81AE-ACB0-059C-78ED-E3C770C08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1666" y="4567238"/>
            <a:ext cx="9144000" cy="16557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Under the Guidance of                                                                                   </a:t>
            </a:r>
            <a:r>
              <a:rPr lang="en-US" dirty="0">
                <a:solidFill>
                  <a:schemeClr val="accent2"/>
                </a:solidFill>
              </a:rPr>
              <a:t>learning group:03</a:t>
            </a:r>
            <a:endParaRPr lang="en-US" dirty="0"/>
          </a:p>
          <a:p>
            <a:r>
              <a:rPr lang="en-US" dirty="0"/>
              <a:t>MR.R.K. Raman sir                                                                                                </a:t>
            </a:r>
            <a:r>
              <a:rPr lang="en-US" dirty="0">
                <a:solidFill>
                  <a:srgbClr val="0070C0"/>
                </a:solidFill>
              </a:rPr>
              <a:t>shiva(251U1R1010)</a:t>
            </a:r>
            <a:endParaRPr lang="en-US" dirty="0"/>
          </a:p>
          <a:p>
            <a:r>
              <a:rPr lang="en-US" dirty="0"/>
              <a:t>Assistant prof                                                                                               ANANYU(251U1R1001)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                                                                                                                   POOJITHA(251U1R1007)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DFF60-2B9D-4882-860A-D4EB5FAE1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1066" y="237066"/>
            <a:ext cx="2726267" cy="272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995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7852BB2-F8D7-F372-355B-08ED9900A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33" y="457200"/>
            <a:ext cx="10515600" cy="5711296"/>
          </a:xfrm>
        </p:spPr>
        <p:txBody>
          <a:bodyPr>
            <a:normAutofit/>
          </a:bodyPr>
          <a:lstStyle/>
          <a:p>
            <a:r>
              <a:rPr lang="en-US" b="1" dirty="0"/>
              <a:t>IDENTIFICATION OF PROBLEM STATEMENT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133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51C89-1A4D-3D36-CFF7-545A979F3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4133"/>
            <a:ext cx="10515600" cy="5702830"/>
          </a:xfrm>
        </p:spPr>
        <p:txBody>
          <a:bodyPr>
            <a:normAutofit/>
          </a:bodyPr>
          <a:lstStyle/>
          <a:p>
            <a:r>
              <a:rPr lang="en-US" b="1" dirty="0"/>
              <a:t>EXISTING METHODOLOGY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Simple calculator applications perform only basic arithmetic operations such as addition, subtraction, multiplication, and division.</a:t>
            </a:r>
          </a:p>
          <a:p>
            <a:r>
              <a:rPr lang="en-US" dirty="0"/>
              <a:t>Limited or no support for advanced mathematical functions (like sin, cos, tan, log, etc.).</a:t>
            </a:r>
          </a:p>
          <a:p>
            <a:r>
              <a:rPr lang="en-US" dirty="0"/>
              <a:t>Static layout — not responsive or optimized for mobile devices.</a:t>
            </a:r>
          </a:p>
          <a:p>
            <a:r>
              <a:rPr lang="en-US" dirty="0"/>
              <a:t>No option for clearing specific entries or using keyboard input for faster calculations.</a:t>
            </a:r>
          </a:p>
          <a:p>
            <a:r>
              <a:rPr lang="en-US" dirty="0"/>
              <a:t>Minimal design, often lacking user-friendly interaction or visual appeal.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803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E62FB-0FF6-5064-8116-5D1EA5576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2533"/>
            <a:ext cx="10515600" cy="580443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PROPOSAL METHODOLOGY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dirty="0"/>
              <a:t>Develop a </a:t>
            </a:r>
            <a:r>
              <a:rPr lang="en-US" b="1" dirty="0"/>
              <a:t>web-based scientific calculator</a:t>
            </a:r>
            <a:r>
              <a:rPr lang="en-US" dirty="0"/>
              <a:t> that supports both </a:t>
            </a:r>
            <a:r>
              <a:rPr lang="en-US" b="1" dirty="0"/>
              <a:t>basic and advanced mathematical operations</a:t>
            </a:r>
            <a:r>
              <a:rPr lang="en-US" dirty="0"/>
              <a:t>.</a:t>
            </a:r>
          </a:p>
          <a:p>
            <a:r>
              <a:rPr lang="en-US" dirty="0"/>
              <a:t>Implement a </a:t>
            </a:r>
            <a:r>
              <a:rPr lang="en-US" b="1" dirty="0"/>
              <a:t>responsive design</a:t>
            </a:r>
            <a:r>
              <a:rPr lang="en-US" dirty="0"/>
              <a:t> that adapts to various screen sizes such as mobiles, tablets, and desktops.</a:t>
            </a:r>
          </a:p>
          <a:p>
            <a:r>
              <a:rPr lang="en-US" dirty="0"/>
              <a:t>Use </a:t>
            </a:r>
            <a:r>
              <a:rPr lang="en-US" b="1" dirty="0"/>
              <a:t>HTML, CSS, and JavaScript</a:t>
            </a:r>
            <a:r>
              <a:rPr lang="en-US" dirty="0"/>
              <a:t> to create an interactive and dynamic interface.</a:t>
            </a:r>
          </a:p>
          <a:p>
            <a:r>
              <a:rPr lang="en-US" dirty="0"/>
              <a:t>Add </a:t>
            </a:r>
            <a:r>
              <a:rPr lang="en-US" b="1" dirty="0"/>
              <a:t>function buttons</a:t>
            </a:r>
            <a:r>
              <a:rPr lang="en-US" dirty="0"/>
              <a:t> for trigonometric, logarithmic, and exponential operations.</a:t>
            </a:r>
          </a:p>
          <a:p>
            <a:r>
              <a:rPr lang="en-US" dirty="0"/>
              <a:t>Include </a:t>
            </a:r>
            <a:r>
              <a:rPr lang="en-US" b="1" dirty="0"/>
              <a:t>clear and backspace functionalities</a:t>
            </a:r>
            <a:r>
              <a:rPr lang="en-US" dirty="0"/>
              <a:t> for better usability.</a:t>
            </a:r>
          </a:p>
          <a:p>
            <a:r>
              <a:rPr lang="en-US" dirty="0"/>
              <a:t>Design an appealing layout using CSS styles — with color contrast, button hover effects, and readable fonts.</a:t>
            </a:r>
          </a:p>
          <a:p>
            <a:r>
              <a:rPr lang="en-US" dirty="0"/>
              <a:t>Add a </a:t>
            </a:r>
            <a:r>
              <a:rPr lang="en-US" b="1" dirty="0"/>
              <a:t>calculation history</a:t>
            </a:r>
            <a:r>
              <a:rPr lang="en-US" dirty="0"/>
              <a:t> or </a:t>
            </a:r>
            <a:r>
              <a:rPr lang="en-US" b="1" dirty="0"/>
              <a:t>display memory</a:t>
            </a:r>
            <a:r>
              <a:rPr lang="en-US" dirty="0"/>
              <a:t> section for reviewing past results.</a:t>
            </a:r>
          </a:p>
          <a:p>
            <a:r>
              <a:rPr lang="en-US" dirty="0"/>
              <a:t>Ensure smooth working by optimizing JavaScript functions for faster computation.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5341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257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 AURORA_DEEMED TO BE_UNIVERSITY   Course: Fundamentals of web development                                                                       STUDENT LECTURE                    TITLE:  Scientific Calculator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Poojithakanneboina@outlook.com</dc:creator>
  <cp:lastModifiedBy>Poojithakanneboina@outlook.com</cp:lastModifiedBy>
  <cp:revision>1</cp:revision>
  <dcterms:created xsi:type="dcterms:W3CDTF">2025-10-31T07:46:54Z</dcterms:created>
  <dcterms:modified xsi:type="dcterms:W3CDTF">2025-11-12T05:30:14Z</dcterms:modified>
</cp:coreProperties>
</file>